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F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_symbol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102A43"/>
                </a:solidFill>
              </a:defRPr>
            </a:pPr>
            <a:r>
              <a:t>extrategia consulting</a:t>
            </a:r>
          </a:p>
          <a:p>
            <a:pPr>
              <a:defRPr sz="2200">
                <a:solidFill>
                  <a:srgbClr val="4B5563"/>
                </a:solidFill>
              </a:defRPr>
            </a:pPr>
            <a:r>
              <a:t>Donde la estrategia se convierte en impacto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de Valor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146304"/>
          </a:xfrm>
          <a:prstGeom prst="rect">
            <a:avLst/>
          </a:prstGeom>
          <a:solidFill>
            <a:srgbClr val="0F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/>
            </a:pPr>
            <a:r>
              <a:t>• Diagnóstico ejecutivo</a:t>
            </a:r>
          </a:p>
          <a:p>
            <a:pPr>
              <a:defRPr sz="2600"/>
            </a:pPr>
            <a:r>
              <a:t>• Estructura y gobierno</a:t>
            </a:r>
          </a:p>
          <a:p>
            <a:pPr>
              <a:defRPr sz="2600"/>
            </a:pPr>
            <a:r>
              <a:t>• Crecimiento responsable</a:t>
            </a:r>
          </a:p>
          <a:p>
            <a:pPr>
              <a:defRPr sz="2600"/>
            </a:pPr>
            <a:r>
              <a:t>• KPIs, data y seguimiento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_symbol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2A43"/>
                </a:solidFill>
              </a:defRPr>
            </a:pPr>
            <a:r>
              <a:t>Gracias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jhonal13@hotmail.com  |  +57 311 719 1406  |  Medellín, Colombia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